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94"/>
  </p:normalViewPr>
  <p:slideViewPr>
    <p:cSldViewPr snapToGrid="0">
      <p:cViewPr varScale="1">
        <p:scale>
          <a:sx n="121" d="100"/>
          <a:sy n="121" d="100"/>
        </p:scale>
        <p:origin x="146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Giovanni N. de Carvalho" userId="2892a39a5793b0a7" providerId="LiveId" clId="{76DA199F-74A0-2048-BFB0-C76DBE6E16E4}"/>
    <pc:docChg chg="custSel modSld">
      <pc:chgData name="Carlos Giovanni N. de Carvalho" userId="2892a39a5793b0a7" providerId="LiveId" clId="{76DA199F-74A0-2048-BFB0-C76DBE6E16E4}" dt="2024-05-28T16:55:18.678" v="38" actId="20577"/>
      <pc:docMkLst>
        <pc:docMk/>
      </pc:docMkLst>
      <pc:sldChg chg="modSp mod">
        <pc:chgData name="Carlos Giovanni N. de Carvalho" userId="2892a39a5793b0a7" providerId="LiveId" clId="{76DA199F-74A0-2048-BFB0-C76DBE6E16E4}" dt="2024-05-28T16:55:18.678" v="38" actId="20577"/>
        <pc:sldMkLst>
          <pc:docMk/>
          <pc:sldMk cId="0" sldId="256"/>
        </pc:sldMkLst>
        <pc:spChg chg="mod">
          <ac:chgData name="Carlos Giovanni N. de Carvalho" userId="2892a39a5793b0a7" providerId="LiveId" clId="{76DA199F-74A0-2048-BFB0-C76DBE6E16E4}" dt="2024-05-28T16:55:18.678" v="38" actId="20577"/>
          <ac:spMkLst>
            <pc:docMk/>
            <pc:sldMk cId="0" sldId="256"/>
            <ac:spMk id="8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c8680dc92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c8680dc92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c8680dc92b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c8680dc92b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c8680dc92b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c8680dc92b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c8680dc92b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c8680dc92b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c8680dc92b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c8680dc92b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c8680dc92b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c8680dc92b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 err="1"/>
              <a:t>Modelagem</a:t>
            </a:r>
            <a:r>
              <a:rPr lang="en-US" dirty="0"/>
              <a:t> e </a:t>
            </a:r>
            <a:r>
              <a:rPr lang="en-US" dirty="0" err="1"/>
              <a:t>Simulação</a:t>
            </a:r>
            <a:br>
              <a:rPr lang="en-US" dirty="0"/>
            </a:br>
            <a:r>
              <a:rPr lang="en-US" dirty="0" err="1"/>
              <a:t>Verificação</a:t>
            </a:r>
            <a:r>
              <a:rPr lang="en-US" dirty="0"/>
              <a:t> e </a:t>
            </a:r>
            <a:r>
              <a:rPr lang="en-US" dirty="0" err="1"/>
              <a:t>validação</a:t>
            </a:r>
            <a:r>
              <a:rPr lang="en-US" dirty="0"/>
              <a:t> de </a:t>
            </a:r>
            <a:r>
              <a:rPr lang="en-US" dirty="0" err="1"/>
              <a:t>modelos</a:t>
            </a:r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Prof. Dr. Carlos Giovanni N. Carvalho</a:t>
            </a:r>
            <a:endParaRPr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2400"/>
              <a:t>cgnc@ctu.uespi.br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Aula Anterior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Implementação computacional do modelo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Introdução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Linguagens e simulador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Código em python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Verificação e validação de modelos</a:t>
            </a:r>
            <a:endParaRPr/>
          </a:p>
          <a:p>
            <a:pPr marL="742950" lvl="1" indent="-349250" algn="l" rtl="0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Introdução</a:t>
            </a:r>
            <a:endParaRPr/>
          </a:p>
          <a:p>
            <a:pPr marL="742950" lvl="1" indent="-349250" algn="l" rtl="0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Técnicas de verificação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Técnicas de validação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Validade dos dados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Introdução</a:t>
            </a: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Validação e verificação de modelos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Fundamentais para a simulação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Embora se inicie após a construção do modelo computacional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São necessários de forma contínua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Normalmente são negligenciadas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Conceitos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Validação está relacionada ao modelo conceitual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Introdução</a:t>
            </a: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1143000" lvl="2" indent="-24003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Será que estamos desenvolvendo o modelo correto?</a:t>
            </a:r>
            <a:endParaRPr/>
          </a:p>
          <a:p>
            <a:pPr marL="1143000" lvl="2" indent="-24003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Será que as considerações feitas, o nível de detalhamento, o escopo do modelo, representam de forma adequada o sistema a ser simulado?</a:t>
            </a:r>
            <a:endParaRPr/>
          </a:p>
          <a:p>
            <a:pPr marL="742950" lvl="1" indent="-299085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Verificação está sempre relacionada ao modelo computacional</a:t>
            </a:r>
            <a:endParaRPr/>
          </a:p>
          <a:p>
            <a:pPr marL="1143000" lvl="2" indent="-24003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Será que estamos desenvolvendo corretamente o modelo?</a:t>
            </a:r>
            <a:endParaRPr/>
          </a:p>
          <a:p>
            <a:pPr marL="342900" lvl="0" indent="-35814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Resumindo</a:t>
            </a:r>
            <a:endParaRPr/>
          </a:p>
          <a:p>
            <a:pPr marL="742950" lvl="1" indent="-299085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Validação está relacionada ao que será modelado e verificação está relacionada ao modo como o modelo é implementado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Introdução</a:t>
            </a: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116" name="Google Shape;11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47220"/>
            <a:ext cx="8529151" cy="6563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Técnicas de Verificação</a:t>
            </a:r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Verificação de modelos de simulação é a retirada de bugs do modelo computacional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Algumas técnicas para isso: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Implementação modular/verificação modular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Implementar partes do modelo e depois rodar somente essa parte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Valores constantes ou simplificados vs cálculos manuais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Usar valores médios de cada distribuição e comparar com os cálculos manuais/planilhas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Técnicas de Verificação</a:t>
            </a:r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742950" lvl="1" indent="-29908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Utilização do debugger, trace ou depurador</a:t>
            </a:r>
            <a:endParaRPr/>
          </a:p>
          <a:p>
            <a:pPr marL="1143000" lvl="2" indent="-24003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Observação da simulação passo a passo, a visualização dos eventos e os valores das variáveis</a:t>
            </a:r>
            <a:endParaRPr/>
          </a:p>
          <a:p>
            <a:pPr marL="742950" lvl="1" indent="-299085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Simulação manual</a:t>
            </a:r>
            <a:endParaRPr/>
          </a:p>
          <a:p>
            <a:pPr marL="1143000" lvl="2" indent="-24003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Permite uma percepção maior da relação entre o modelo computacional e o conceitual</a:t>
            </a:r>
            <a:endParaRPr/>
          </a:p>
          <a:p>
            <a:pPr marL="742950" lvl="1" indent="-299085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Animação gráfica</a:t>
            </a:r>
            <a:endParaRPr/>
          </a:p>
          <a:p>
            <a:pPr marL="1143000" lvl="2" indent="-24003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Permite diagnosticar erros</a:t>
            </a:r>
            <a:endParaRPr/>
          </a:p>
          <a:p>
            <a:pPr marL="742950" lvl="1" indent="-299085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Revisão em grupo</a:t>
            </a:r>
            <a:endParaRPr/>
          </a:p>
          <a:p>
            <a:pPr marL="1143000" lvl="2" indent="-24003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Após você implementar, entregue para outra pessoa ou grupo realizar a verificação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Técnicas de Validação</a:t>
            </a:r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Três tipos de erros na validação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O modelo é válido, mas é rejeitado, pensando ser inválido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O modelo é inválido, mas é aceito como um modelo válido</a:t>
            </a:r>
            <a:endParaRPr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Erro mais comum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O modelo se desvia dos objetivos estabelecidos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Podemos também encontrar problemas na validação de modelos de sistemas novos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Nunca entraram em funcionamento</a:t>
            </a:r>
            <a:endParaRPr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Ausência dos dados históricos do sistema real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Técnicas de Validação</a:t>
            </a:r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Principais técnicas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Teste de Turing (validação black-box)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Os dados de saída do sistema real e do modelo de simulação devem ser apresentados a um especialista</a:t>
            </a:r>
            <a:endParaRPr/>
          </a:p>
        </p:txBody>
      </p:sp>
      <p:pic>
        <p:nvPicPr>
          <p:cNvPr id="141" name="Google Shape;14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2023" y="3821832"/>
            <a:ext cx="3584815" cy="2684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Técnicas de Validação</a:t>
            </a:r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Duplicação de modelos</a:t>
            </a:r>
            <a:endParaRPr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Duas equipes desenvolvendo modelos do mesmo sistema de forma independente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Comparação com modelos anteriores</a:t>
            </a:r>
            <a:endParaRPr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Desenvolver modelo a partir de um existente e já validado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Análise de sensibilidade</a:t>
            </a:r>
            <a:endParaRPr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Determinar a influência de alterações dos parâmetros de entrada (críticos) nos resultados obtidos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Validação face a face</a:t>
            </a:r>
            <a:endParaRPr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Discussão entre o analista e a pessoal que entende do processo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Validade dos Dados</a:t>
            </a:r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Os dados para simulação podem ser utilizados para três finalidades básicas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Construção do modelo conceitual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Validação de dados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Experimentação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Não devemos utilizar o mesmo conjunto de dados para construir e testar o modelo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Também pode ser utilizado dados históricos para calibrar o modelo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Leitura Complementar</a:t>
            </a:r>
            <a:endParaRPr/>
          </a:p>
        </p:txBody>
      </p:sp>
      <p:sp>
        <p:nvSpPr>
          <p:cNvPr id="159" name="Google Shape;159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Bibliografia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Capítulo 5 “Verificação e validação de modelos de simulação” do livro texto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</Words>
  <Application>Microsoft Macintosh PowerPoint</Application>
  <PresentationFormat>Apresentação na tela (4:3)</PresentationFormat>
  <Paragraphs>79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Modelagem e Simulação Verificação e validação de modelos</vt:lpstr>
      <vt:lpstr>Aula Anterior</vt:lpstr>
      <vt:lpstr>Agenda</vt:lpstr>
      <vt:lpstr>Introdução</vt:lpstr>
      <vt:lpstr>Introdução</vt:lpstr>
      <vt:lpstr>Introdução</vt:lpstr>
      <vt:lpstr>Técnicas de Verificação</vt:lpstr>
      <vt:lpstr>Técnicas de Verificação</vt:lpstr>
      <vt:lpstr>Técnicas de Validação</vt:lpstr>
      <vt:lpstr>Técnicas de Validação</vt:lpstr>
      <vt:lpstr>Técnicas de Validação</vt:lpstr>
      <vt:lpstr>Validade dos Dados</vt:lpstr>
      <vt:lpstr>Leitura Complementar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Carlos Giovanni N. de Carvalho</cp:lastModifiedBy>
  <cp:revision>1</cp:revision>
  <dcterms:modified xsi:type="dcterms:W3CDTF">2024-05-28T16:55:27Z</dcterms:modified>
</cp:coreProperties>
</file>