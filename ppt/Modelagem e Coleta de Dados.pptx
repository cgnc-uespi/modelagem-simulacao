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8"/>
  </p:normalViewPr>
  <p:slideViewPr>
    <p:cSldViewPr snapToGrid="0">
      <p:cViewPr varScale="1">
        <p:scale>
          <a:sx n="120" d="100"/>
          <a:sy n="120" d="100"/>
        </p:scale>
        <p:origin x="15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iovanni N. de Carvalho" userId="2892a39a5793b0a7" providerId="LiveId" clId="{140DA2E6-AC83-3B49-AAA0-66BDE7076F4E}"/>
    <pc:docChg chg="modSld">
      <pc:chgData name="Carlos Giovanni N. de Carvalho" userId="2892a39a5793b0a7" providerId="LiveId" clId="{140DA2E6-AC83-3B49-AAA0-66BDE7076F4E}" dt="2024-09-11T15:52:44.115" v="0" actId="20577"/>
      <pc:docMkLst>
        <pc:docMk/>
      </pc:docMkLst>
      <pc:sldChg chg="modSp mod">
        <pc:chgData name="Carlos Giovanni N. de Carvalho" userId="2892a39a5793b0a7" providerId="LiveId" clId="{140DA2E6-AC83-3B49-AAA0-66BDE7076F4E}" dt="2024-09-11T15:52:44.115" v="0" actId="20577"/>
        <pc:sldMkLst>
          <pc:docMk/>
          <pc:sldMk cId="0" sldId="256"/>
        </pc:sldMkLst>
        <pc:spChg chg="mod">
          <ac:chgData name="Carlos Giovanni N. de Carvalho" userId="2892a39a5793b0a7" providerId="LiveId" clId="{140DA2E6-AC83-3B49-AAA0-66BDE7076F4E}" dt="2024-09-11T15:52:44.115" v="0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 err="1"/>
              <a:t>Modelagem</a:t>
            </a:r>
            <a:r>
              <a:rPr lang="en-US" sz="3959" dirty="0"/>
              <a:t> e </a:t>
            </a:r>
            <a:r>
              <a:rPr lang="en-US" sz="3959" dirty="0" err="1"/>
              <a:t>Simulação</a:t>
            </a:r>
            <a:br>
              <a:rPr lang="en-US" sz="3959"/>
            </a:br>
            <a:r>
              <a:rPr lang="en-US" sz="3959"/>
              <a:t>Introdução</a:t>
            </a:r>
            <a:r>
              <a:rPr lang="en-US" sz="3959" dirty="0"/>
              <a:t> e coleta de dados</a:t>
            </a:r>
            <a:endParaRPr sz="3959"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Aula Anterior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Introdução à modelagem e simulação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Conceitos e visão geral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Modelos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Aplicações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Metodologia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Modelagem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Introdução à modelagem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Coleta de dados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Fenômeno aleatório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Geralmente usado nas simulações de sistemas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Podemos prever o comportamento probabilístico de um sistema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partir de observações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Representação do sistema real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Depende da representação de</a:t>
            </a:r>
            <a:br>
              <a:rPr lang="en-US"/>
            </a:br>
            <a:r>
              <a:rPr lang="en-US"/>
              <a:t>todos os seus fenômenos</a:t>
            </a:r>
            <a:br>
              <a:rPr lang="en-US"/>
            </a:br>
            <a:r>
              <a:rPr lang="en-US"/>
              <a:t>aleatórios</a:t>
            </a:r>
            <a:endParaRPr/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1846" y="3151305"/>
            <a:ext cx="2794001" cy="1767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2314" y="5079078"/>
            <a:ext cx="2800381" cy="175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Char char="•"/>
            </a:pPr>
            <a:r>
              <a:rPr lang="en-US" sz="2720"/>
              <a:t>O que é modelar?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Char char="–"/>
            </a:pPr>
            <a:r>
              <a:rPr lang="en-US" sz="2380"/>
              <a:t>Obter modelos probabilísticos que permitem inferir as propriedades de um dado fenômeno aleatório</a:t>
            </a:r>
            <a:endParaRPr sz="2380"/>
          </a:p>
          <a:p>
            <a:pPr marL="342900" lvl="0" indent="-342900" algn="l" rtl="0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Char char="•"/>
            </a:pPr>
            <a:r>
              <a:rPr lang="en-US" sz="2720"/>
              <a:t>Exemplo: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Char char="–"/>
            </a:pPr>
            <a:r>
              <a:rPr lang="en-US" sz="2380"/>
              <a:t>Processo de chegadas de clientes</a:t>
            </a:r>
            <a:endParaRPr sz="2380"/>
          </a:p>
          <a:p>
            <a:pPr marL="1143000" lvl="2" indent="-22860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Char char="•"/>
            </a:pPr>
            <a:r>
              <a:rPr lang="en-US" sz="2040"/>
              <a:t>De quanto em quanto tempo um novo cliente entra no supermercado?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Char char="•"/>
            </a:pPr>
            <a:r>
              <a:rPr lang="en-US" sz="2040"/>
              <a:t>A média dos tempos entre chegadas sucessivas de clientes, não estaremos considerando o fenômeno aleatório por completo</a:t>
            </a:r>
            <a:endParaRPr sz="2040"/>
          </a:p>
          <a:p>
            <a:pPr marL="342900" lvl="0" indent="-342900" algn="l" rtl="0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Char char="•"/>
            </a:pPr>
            <a:r>
              <a:rPr lang="en-US" sz="2720"/>
              <a:t>Modelagem</a:t>
            </a:r>
            <a:endParaRPr sz="2720"/>
          </a:p>
          <a:p>
            <a:pPr marL="742950" lvl="1" indent="-285750" algn="l" rtl="0">
              <a:lnSpc>
                <a:spcPct val="9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Char char="–"/>
            </a:pPr>
            <a:r>
              <a:rPr lang="en-US" sz="2380"/>
              <a:t>Processo de escolher a melhor representação do fenômeno</a:t>
            </a:r>
            <a:endParaRPr sz="238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Processo de modelar</a:t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274" y="2743984"/>
            <a:ext cx="7126934" cy="398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média, sozinha, não representa o fenômeno aleatório completamente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467" y="3107584"/>
            <a:ext cx="8224319" cy="2812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Condições para a modelagem de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Processo de entrada de dados pode ser representado por uma sequência de variáveis aleatórias independente e identicamente distribuída (i.i.d)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distribuição das variáveis aleatórias pode ser aproximada por um modelo probabilístico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Os dados devem estar disponíveis de modo que seus parâmetros possam ser estimados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Modelagem de dados</a:t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2209" y="2297414"/>
            <a:ext cx="6395905" cy="4397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Modelos probabilístico</a:t>
            </a:r>
            <a:endParaRPr sz="296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Normal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Beta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Erlang</a:t>
            </a:r>
            <a:endParaRPr sz="222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Exponencial</a:t>
            </a:r>
            <a:endParaRPr sz="222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Gama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Lognormal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Poisson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Triangular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Uniforme</a:t>
            </a:r>
            <a:endParaRPr sz="222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Weibull</a:t>
            </a:r>
            <a:endParaRPr sz="2220"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2648" y="2153150"/>
            <a:ext cx="5296407" cy="4632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Etapas da modelagem de dados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Coleta de dados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Processo de amostragem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Tratamento dos dados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Técnicas para descrever os dados levantados, identificar as possíveis falhas e aumentar o conhecimento acerca do fenômeno estudado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Inferência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Cálculos probabilísticos para inferir qual o comportamento da população a partir da amostra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Coleta de Dados</a:t>
            </a: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Inicia com a escolha adequada das variáveis de entrada do sistema</a:t>
            </a:r>
            <a:endParaRPr sz="296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Exemplo: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Tempo gasto entre chegadas sucessivas dos clientes</a:t>
            </a:r>
            <a:endParaRPr sz="259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Tempos gastos em atendimento nos caixas de pagamento das compras</a:t>
            </a:r>
            <a:endParaRPr sz="2590"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Deve ser observado o comportamento em horários diferentes</a:t>
            </a:r>
            <a:endParaRPr sz="296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Representar bem a população de interesse</a:t>
            </a:r>
            <a:endParaRPr sz="259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Coleta de Dados</a:t>
            </a:r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Cuidados na construção de uma amostra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Tamanho deve estar entre 100 e 200 observações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Coletar e anotar as observações na mesma ordem em que o fenômeno está ocorrendo (fazer análise de correlação)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Toda suspeita, de que dados mudam de acordo com o horário, deve ser comprovada ou descartada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Coleta de Dados</a:t>
            </a:r>
            <a:endParaRPr/>
          </a:p>
        </p:txBody>
      </p:sp>
      <p:pic>
        <p:nvPicPr>
          <p:cNvPr id="169" name="Google Shape;169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1616" b="-1615"/>
          <a:stretch/>
        </p:blipFill>
        <p:spPr>
          <a:xfrm>
            <a:off x="65250" y="1757000"/>
            <a:ext cx="9036418" cy="4969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Bibliografia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Capítulo 2 “Modelagem dos Dados de Entrada” do livro texto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Microsoft Macintosh PowerPoint</Application>
  <PresentationFormat>Apresentação na tela (4:3)</PresentationFormat>
  <Paragraphs>77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Modelagem e Simulação Introdução e coleta de dados</vt:lpstr>
      <vt:lpstr>Aula Anterior</vt:lpstr>
      <vt:lpstr>Agenda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Coleta de Dados</vt:lpstr>
      <vt:lpstr>Coleta de Dados</vt:lpstr>
      <vt:lpstr>Coleta de Dados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Giovanni N. de Carvalho</cp:lastModifiedBy>
  <cp:revision>1</cp:revision>
  <dcterms:modified xsi:type="dcterms:W3CDTF">2024-09-11T15:52:45Z</dcterms:modified>
</cp:coreProperties>
</file>