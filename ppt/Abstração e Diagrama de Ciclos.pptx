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Modelagem</a:t>
            </a:r>
            <a:r>
              <a:rPr lang="en-US" dirty="0"/>
              <a:t> e </a:t>
            </a:r>
            <a:r>
              <a:rPr lang="en-US" dirty="0" err="1"/>
              <a:t>Simulação</a:t>
            </a:r>
            <a:br>
              <a:rPr lang="en-US" dirty="0"/>
            </a:br>
            <a:r>
              <a:rPr lang="en-US" dirty="0" err="1"/>
              <a:t>Abstração</a:t>
            </a:r>
            <a:r>
              <a:rPr lang="en-US" dirty="0"/>
              <a:t> e ACD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Ajuste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Outras formas de modelagem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Quando não temos dados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Séries históricas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conceitual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Abstração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Diagrama de ciclos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Abstração e Modelos Abstratos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que a pessoa tem em mente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Identificar o que realmente é importante no sistema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Trazer para o modelo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abstração deve representar aquilo que é essencial ao modelo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de abstração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Mapa do metrô de Londres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3045" y="2431860"/>
            <a:ext cx="6495493" cy="441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Abstração e Modelos Abstratos</a:t>
            </a:r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Mapa construído em escala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Confusão visual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que interessa?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Distância!!!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Estações!!!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Abstração e Modelos Abstratos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Mapa abstrato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Qual a melhor opção e até onde podemos ir?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1404" y="2722918"/>
            <a:ext cx="7628944" cy="41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Diagrama do Ciclo de Vida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Activity Cycle Diagram (ACD)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É uma forma de modelagem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Das interações entre os objetos pertencentes a um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Utiliza somente dois símbolos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Descreve o ciclo de vida das entidades ou de objetos do sistema</a:t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0736" y="5422896"/>
            <a:ext cx="48768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Entidade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Qualquer componente que possa reter sua identidade ao longo do tempo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Podem estar aguardando em filas ou participando de alguma atividade</a:t>
            </a:r>
            <a:endParaRPr/>
          </a:p>
          <a:p>
            <a:pPr marL="1600200" lvl="3" indent="-2286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Por meio de interações com outras entidades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Atividade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Envolve a cooperação de diferentes classes de entidades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duração é determinada </a:t>
            </a:r>
            <a:r>
              <a:rPr lang="en-US" i="1"/>
              <a:t>a priori</a:t>
            </a:r>
            <a:r>
              <a:rPr lang="en-US"/>
              <a:t>: </a:t>
            </a:r>
            <a:endParaRPr/>
          </a:p>
          <a:p>
            <a:pPr marL="1600200" lvl="3" indent="-2286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normalmente com amostragem aleatória (função de distribuição de probabilidades)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Estado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Ativo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Entidades participam da atividade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Passivo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 estado de fila, não envolve cooperação entre diferentes classes de entidades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O tempo na fila irá depender da duração da atividade anterior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Para cada entidade é definido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ciclo de vida das filas e das atividades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0751" y="2039853"/>
            <a:ext cx="5575300" cy="46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1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Para cada par de filósofo</a:t>
            </a:r>
            <a:br>
              <a:rPr lang="en-US"/>
            </a:br>
            <a:r>
              <a:rPr lang="en-US"/>
              <a:t>existe um garfo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Só podem comer se</a:t>
            </a:r>
            <a:br>
              <a:rPr lang="en-US"/>
            </a:br>
            <a:r>
              <a:rPr lang="en-US"/>
              <a:t>existirem dois garfos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Após comer, o filó-</a:t>
            </a:r>
            <a:br>
              <a:rPr lang="en-US"/>
            </a:br>
            <a:r>
              <a:rPr lang="en-US"/>
              <a:t>sofo aguarda pen-</a:t>
            </a:r>
            <a:br>
              <a:rPr lang="en-US"/>
            </a:br>
            <a:r>
              <a:rPr lang="en-US"/>
              <a:t>sando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8675" y="1375944"/>
            <a:ext cx="6464300" cy="54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7023" y="1879600"/>
            <a:ext cx="5097589" cy="3697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0212" y="2036040"/>
            <a:ext cx="42799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6722" y="2372475"/>
            <a:ext cx="6092623" cy="3529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2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bêbado, a garçonete e o copo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525" y="4114313"/>
            <a:ext cx="41910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525" y="2637950"/>
            <a:ext cx="41910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725" y="3076688"/>
            <a:ext cx="4191000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661" y="2288306"/>
            <a:ext cx="8566813" cy="254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Diagrama de Ciclos</a:t>
            </a:r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00" y="2389476"/>
            <a:ext cx="7416800" cy="39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3 “Criação do modelo conceitual”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Macintosh PowerPoint</Application>
  <PresentationFormat>Apresentação na tela (4:3)</PresentationFormat>
  <Paragraphs>72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Modelagem e Simulação Abstração e ACD</vt:lpstr>
      <vt:lpstr>Aula Anterior</vt:lpstr>
      <vt:lpstr>Agenda</vt:lpstr>
      <vt:lpstr>Abstração e Modelos Abstratos</vt:lpstr>
      <vt:lpstr>Abstração e Modelos Abstratos</vt:lpstr>
      <vt:lpstr>Abstração e Modelos Abstratos</vt:lpstr>
      <vt:lpstr>Diagrama de Ciclos</vt:lpstr>
      <vt:lpstr>Diagrama de Ciclos</vt:lpstr>
      <vt:lpstr>Diagrama de Ciclos</vt:lpstr>
      <vt:lpstr>Diagrama de Ciclos</vt:lpstr>
      <vt:lpstr>Diagrama de Ciclos</vt:lpstr>
      <vt:lpstr>Diagrama de Ciclos</vt:lpstr>
      <vt:lpstr>Diagrama de Ciclos</vt:lpstr>
      <vt:lpstr>Diagrama de Ciclos</vt:lpstr>
      <vt:lpstr>Diagrama de Ciclos</vt:lpstr>
      <vt:lpstr>Diagrama de Ciclos</vt:lpstr>
      <vt:lpstr>Diagrama de Ciclos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e Simulação Abstração e ACD</dc:title>
  <cp:lastModifiedBy>Carlos Giovanni N. de Carvalho</cp:lastModifiedBy>
  <cp:revision>1</cp:revision>
  <cp:lastPrinted>2024-05-07T10:41:33Z</cp:lastPrinted>
  <dcterms:modified xsi:type="dcterms:W3CDTF">2024-05-07T18:07:53Z</dcterms:modified>
</cp:coreProperties>
</file>