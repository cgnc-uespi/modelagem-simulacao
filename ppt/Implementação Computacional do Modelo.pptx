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121" d="100"/>
          <a:sy n="121" d="100"/>
        </p:scale>
        <p:origin x="14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Giovanni N. de Carvalho" userId="2892a39a5793b0a7" providerId="LiveId" clId="{C0104711-BC00-EB4E-BB42-5DF044947EDE}"/>
    <pc:docChg chg="custSel modSld">
      <pc:chgData name="Carlos Giovanni N. de Carvalho" userId="2892a39a5793b0a7" providerId="LiveId" clId="{C0104711-BC00-EB4E-BB42-5DF044947EDE}" dt="2024-05-21T10:20:05.661" v="58" actId="20577"/>
      <pc:docMkLst>
        <pc:docMk/>
      </pc:docMkLst>
      <pc:sldChg chg="modSp mod">
        <pc:chgData name="Carlos Giovanni N. de Carvalho" userId="2892a39a5793b0a7" providerId="LiveId" clId="{C0104711-BC00-EB4E-BB42-5DF044947EDE}" dt="2024-05-21T10:20:05.661" v="58" actId="20577"/>
        <pc:sldMkLst>
          <pc:docMk/>
          <pc:sldMk cId="0" sldId="256"/>
        </pc:sldMkLst>
        <pc:spChg chg="mod">
          <ac:chgData name="Carlos Giovanni N. de Carvalho" userId="2892a39a5793b0a7" providerId="LiveId" clId="{C0104711-BC00-EB4E-BB42-5DF044947EDE}" dt="2024-05-21T10:20:05.661" v="58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bf490e8bf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bf490e8b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e664625c8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e664625c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Modelagem</a:t>
            </a:r>
            <a:r>
              <a:rPr lang="en-US" dirty="0"/>
              <a:t> e </a:t>
            </a:r>
            <a:r>
              <a:rPr lang="en-US" dirty="0" err="1"/>
              <a:t>Simulação</a:t>
            </a:r>
            <a:br>
              <a:rPr lang="en-US" dirty="0"/>
            </a:br>
            <a:r>
              <a:rPr lang="en-US" dirty="0" err="1"/>
              <a:t>Implementação</a:t>
            </a:r>
            <a:r>
              <a:rPr lang="en-US" dirty="0"/>
              <a:t> </a:t>
            </a:r>
            <a:r>
              <a:rPr lang="en-US" dirty="0" err="1"/>
              <a:t>Computacional</a:t>
            </a:r>
            <a:r>
              <a:rPr lang="en-US" dirty="0"/>
              <a:t> do </a:t>
            </a:r>
            <a:r>
              <a:rPr lang="en-US" dirty="0" err="1"/>
              <a:t>Modelo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Prof. Dr. Carlos Giovanni N. Carvalho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400"/>
              <a:t>cgnc@ctu.uespi.br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Aula Anterior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Modelo conceitual (continuação)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Simulação manual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Especificação de modelos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Implementação computacional do modelo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Introdução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Linguagens e simulador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Código em python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Modelo computacional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Implementação do modelo em alguma linguagem de simulação, simulador ou linguagem de programação de alto nível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Depende muito do conhecimento do analista em relação ao software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Evolução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As primeiras implementações usavam FORTRAN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Depois surgiram ferramentas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General Purpose Simulation System (GPSS)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Linguagens e Simulador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Para facilitar o entendimento, vamos usar a linguagem Python para implementar um exemplo de fila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Usando simulador é mais rápido para implementar, porém algumas situações não serão flexíveis e customizáveis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Portanto, neste momento, usaremos uma linguagem de alto nível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Fluxograma e </a:t>
            </a:r>
            <a:br>
              <a:rPr lang="en-US"/>
            </a:br>
            <a:r>
              <a:rPr lang="en-US"/>
              <a:t>ACD do exem-</a:t>
            </a:r>
            <a:br>
              <a:rPr lang="en-US"/>
            </a:br>
            <a:r>
              <a:rPr lang="en-US"/>
              <a:t>plo</a:t>
            </a:r>
            <a:endParaRPr/>
          </a:p>
        </p:txBody>
      </p:sp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4272" y="1600200"/>
            <a:ext cx="4419728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988" y="4525873"/>
            <a:ext cx="4930214" cy="1887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9576" y="0"/>
            <a:ext cx="576485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Código em Python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Variáveis</a:t>
            </a:r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838" y="2142985"/>
            <a:ext cx="85852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6952" y="3882393"/>
            <a:ext cx="86868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Código em Python</a:t>
            </a:r>
            <a:endParaRPr/>
          </a:p>
        </p:txBody>
      </p:sp>
      <p:pic>
        <p:nvPicPr>
          <p:cNvPr id="137" name="Google Shape;137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509" r="-509"/>
          <a:stretch/>
        </p:blipFill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Código em Python</a:t>
            </a:r>
            <a:endParaRPr/>
          </a:p>
        </p:txBody>
      </p:sp>
      <p:pic>
        <p:nvPicPr>
          <p:cNvPr id="143" name="Google Shape;143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36272" r="-36272"/>
          <a:stretch/>
        </p:blipFill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Código em Python</a:t>
            </a:r>
            <a:endParaRPr/>
          </a:p>
        </p:txBody>
      </p:sp>
      <p:pic>
        <p:nvPicPr>
          <p:cNvPr id="149" name="Google Shape;149;p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33878" r="-33877"/>
          <a:stretch/>
        </p:blipFill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Exemplo do Simulador de Ativos Financeiros</a:t>
            </a:r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Usar o Código em Notebook do Python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Leitura Complementar</a:t>
            </a:r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Bibliografia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Capítulo 4 “Implementação Computacional do Modelo de Simulação e Softwares de Simulação” do livro texto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Macintosh PowerPoint</Application>
  <PresentationFormat>Apresentação na tela (4:3)</PresentationFormat>
  <Paragraphs>39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Modelagem e Simulação Implementação Computacional do Modelo</vt:lpstr>
      <vt:lpstr>Aula Anterior</vt:lpstr>
      <vt:lpstr>Agenda</vt:lpstr>
      <vt:lpstr>Introdução</vt:lpstr>
      <vt:lpstr>Linguagens e Simulador</vt:lpstr>
      <vt:lpstr>Apresentação do PowerPoint</vt:lpstr>
      <vt:lpstr>Apresentação do PowerPoint</vt:lpstr>
      <vt:lpstr>Código em Python</vt:lpstr>
      <vt:lpstr>Código em Python</vt:lpstr>
      <vt:lpstr>Código em Python</vt:lpstr>
      <vt:lpstr>Código em Python</vt:lpstr>
      <vt:lpstr>Exemplo do Simulador de Ativos Financeiros</vt:lpstr>
      <vt:lpstr>Leitura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Giovanni N. de Carvalho</cp:lastModifiedBy>
  <cp:revision>1</cp:revision>
  <dcterms:modified xsi:type="dcterms:W3CDTF">2024-05-21T10:20:21Z</dcterms:modified>
</cp:coreProperties>
</file>